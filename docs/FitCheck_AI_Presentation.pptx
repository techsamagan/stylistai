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300">
                <a:solidFill>
                  <a:srgbClr val="8A6A1C"/>
                </a:solidFill>
                <a:latin typeface="Calibri"/>
              </a:rPr>
              <a:t>AI PERSONAL STYLING ·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400" b="0" i="0">
                <a:solidFill>
                  <a:srgbClr val="1F2937"/>
                </a:solidFill>
                <a:latin typeface="Calibri"/>
              </a:rPr>
              <a:t/>
            </a:r>
            <a:r>
              <a:rPr sz="8400" b="0" i="0">
                <a:solidFill>
                  <a:srgbClr val="1F2937"/>
                </a:solidFill>
                <a:latin typeface="Georgia"/>
              </a:rPr>
              <a:t>FitCheck </a:t>
            </a:r>
            <a:r>
              <a:rPr sz="8400" b="0" i="1">
                <a:solidFill>
                  <a:srgbClr val="8A6A1C"/>
                </a:solidFill>
                <a:latin typeface="Georgia"/>
              </a:rPr>
              <a:t>AI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2400" b="0" i="1">
                <a:solidFill>
                  <a:srgbClr val="6B7280"/>
                </a:solidFill>
                <a:latin typeface="Georgia"/>
              </a:rPr>
              <a:t>Your Personal AI Fashion Stylist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4160520"/>
            <a:ext cx="109728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8056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A wardrobe &amp; styling web app — digital closet, context-aware outfit generation, color-season analysis, travel packing and virtual try-on.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/>
            </a:r>
            <a:r>
              <a:rPr sz="1400" b="1" i="0">
                <a:solidFill>
                  <a:srgbClr val="6B7280"/>
                </a:solidFill>
                <a:latin typeface="Calibri"/>
              </a:rPr>
              <a:t>Student: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Aiperi Kudaibergenova</a:t>
            </a:r>
            <a:r>
              <a:rPr sz="1400" b="1" i="0">
                <a:solidFill>
                  <a:srgbClr val="6B7280"/>
                </a:solidFill>
                <a:latin typeface="Calibri"/>
              </a:rPr>
              <a:t>        Instructor: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Abdulkerim Oncu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300">
                <a:solidFill>
                  <a:srgbClr val="8A6A1C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51560"/>
            <a:ext cx="7315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1F2937"/>
                </a:solidFill>
                <a:latin typeface="Georgia"/>
              </a:rPr>
              <a:t>“I have a closet full of clothes and nothing to wear.”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Decision fatigue.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Choosing an outfit that fits the weather, the occasion and personal style is a daily, repetitive effort.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Underused wardrobes.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People forget what they own; the same 20% of items get worn while the rest sits unused.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Guesswork on color.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Most shoppers don't know which colors actually flatter them, leading to poor purchases.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Packing stress.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Travel means over-packing or forgetting essentials for the trip's plans and climate.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Generic tools.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Existing apps feel like spreadsheets — utilitarian, not a premium, considered styling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300">
                <a:solidFill>
                  <a:srgbClr val="8A6A1C"/>
                </a:solidFill>
                <a:latin typeface="Calibri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51560"/>
            <a:ext cx="7315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1F2937"/>
                </a:solidFill>
                <a:latin typeface="Georgia"/>
              </a:rPr>
              <a:t>One elegant assistant for the whole styling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FitCheck AI turns a wardrobe into a smart, searchable digital closet and layers AI styling on top — so getting dressed, shopping and packing feel effortless and premium.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291840"/>
            <a:ext cx="26060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566160"/>
            <a:ext cx="209397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8A6A1C"/>
                </a:solidFill>
                <a:latin typeface="Georgia"/>
              </a:rPr>
              <a:t>01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 i="0">
                <a:solidFill>
                  <a:srgbClr val="1F2937"/>
                </a:solidFill>
                <a:latin typeface="Georgia"/>
              </a:rPr>
              <a:t>Digitize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Photograph clothes into a structured closet with category, color &amp; season tags.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291840"/>
            <a:ext cx="26060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3566160"/>
            <a:ext cx="209397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8A6A1C"/>
                </a:solidFill>
                <a:latin typeface="Georgia"/>
              </a:rPr>
              <a:t>02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 i="0">
                <a:solidFill>
                  <a:srgbClr val="1F2937"/>
                </a:solidFill>
                <a:latin typeface="Georgia"/>
              </a:rPr>
              <a:t>Generate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Get outfit suggestions tuned to weather, calendar events and formality.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291840"/>
            <a:ext cx="26060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3566160"/>
            <a:ext cx="209397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8A6A1C"/>
                </a:solidFill>
                <a:latin typeface="Georgia"/>
              </a:rPr>
              <a:t>03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 i="0">
                <a:solidFill>
                  <a:srgbClr val="1F2937"/>
                </a:solidFill>
                <a:latin typeface="Georgia"/>
              </a:rPr>
              <a:t>Discover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Selfie-based color-season analysis + curated shopping in your palette.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3291840"/>
            <a:ext cx="26060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1472" y="3566160"/>
            <a:ext cx="209397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8A6A1C"/>
                </a:solidFill>
                <a:latin typeface="Georgia"/>
              </a:rPr>
              <a:t>04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 i="0">
                <a:solidFill>
                  <a:srgbClr val="1F2937"/>
                </a:solidFill>
                <a:latin typeface="Georgia"/>
              </a:rPr>
              <a:t>Travel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Auto-built packing lists for a destination, dates and planned activities.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300">
                <a:solidFill>
                  <a:srgbClr val="8A6A1C"/>
                </a:solidFill>
                <a:latin typeface="Calibri"/>
              </a:rPr>
              <a:t>WHO IT'S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51560"/>
            <a:ext cx="7315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1F2937"/>
                </a:solidFill>
                <a:latin typeface="Georgia"/>
              </a:rPr>
              <a:t>Designed for the style-conscious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Primary audience.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Style-conscious women who want a premium, considered styling experience — not a utility.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Mindset.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They value quiet-luxury aesthetics (The Row, COS, Massimo Dutti) and treat clothing as expression.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Pain today.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They own good pieces but lack an easy way to combine, shop for, and travel with them.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What they want.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Fast, flattering suggestions that respect their taste and their existing wardrobe.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300">
                <a:solidFill>
                  <a:srgbClr val="8A6A1C"/>
                </a:solidFill>
                <a:latin typeface="Calibri"/>
              </a:rPr>
              <a:t>FEATURE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51560"/>
            <a:ext cx="7315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1F2937"/>
                </a:solidFill>
                <a:latin typeface="Georgia"/>
              </a:rPr>
              <a:t>Six connected experiences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8600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487168"/>
            <a:ext cx="30632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1F2937"/>
                </a:solidFill>
                <a:latin typeface="Georgia"/>
              </a:rPr>
              <a:t>Digital Wardrobe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Upload, tag and browse every item; filter by category, color and season.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28600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55464" y="2487168"/>
            <a:ext cx="30632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1F2937"/>
                </a:solidFill>
                <a:latin typeface="Georgia"/>
              </a:rPr>
              <a:t>Outfit Generator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Context-aware outfit suggestions from weather, calendar and formality.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28600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04504" y="2487168"/>
            <a:ext cx="30632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1F2937"/>
                </a:solidFill>
                <a:latin typeface="Georgia"/>
              </a:rPr>
              <a:t>Color Analysis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Selfie → 12-season color diagnosis with a personal palette &amp; 'avoid'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142232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43400"/>
            <a:ext cx="30632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1F2937"/>
                </a:solidFill>
                <a:latin typeface="Georgia"/>
              </a:rPr>
              <a:t>Smart Shopping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Curated pieces in your palette with AI virtual try-on.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4142232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5464" y="4343400"/>
            <a:ext cx="30632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1F2937"/>
                </a:solidFill>
                <a:latin typeface="Georgia"/>
              </a:rPr>
              <a:t>Travel Packing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Destination + dates + plans → a complete, weather-aware packing 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142232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04504" y="4343400"/>
            <a:ext cx="30632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1F2937"/>
                </a:solidFill>
                <a:latin typeface="Georgia"/>
              </a:rPr>
              <a:t>Profile &amp; Dashboard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Saved outfits, wardrobe gaps, daily suggestions and account settings.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300">
                <a:solidFill>
                  <a:srgbClr val="8A6A1C"/>
                </a:solidFill>
                <a:latin typeface="Calibri"/>
              </a:rPr>
              <a:t>SIGNATURE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51560"/>
            <a:ext cx="7315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1F2937"/>
                </a:solidFill>
                <a:latin typeface="Georgia"/>
              </a:rPr>
              <a:t>Selfie → Color-Season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5852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The headline feature. A selfie is analyzed entirely with deterministic color science (Pillow only — no face-recognition model):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→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Decode &amp; downscale the image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→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Extract the dominant skin tone (center-weighted skin mask)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→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Project onto undertone · depth · clarity axes (CIELAB)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→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Classify into the 12-season system by nearest archetype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→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Return the season, a named hex palette and an 'avoid' list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Result shape is stable, so a true vision model can be slotted in later with zero interface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377440"/>
            <a:ext cx="822960" cy="1188720"/>
          </a:xfrm>
          <a:prstGeom prst="rect">
            <a:avLst/>
          </a:prstGeom>
          <a:solidFill>
            <a:srgbClr val="3B2A2A"/>
          </a:solidFill>
          <a:ln w="25400">
            <a:solidFill>
              <a:srgbClr val="F8F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2377440"/>
            <a:ext cx="822960" cy="1188720"/>
          </a:xfrm>
          <a:prstGeom prst="rect">
            <a:avLst/>
          </a:prstGeom>
          <a:solidFill>
            <a:srgbClr val="8A6A1C"/>
          </a:solidFill>
          <a:ln w="25400">
            <a:solidFill>
              <a:srgbClr val="F8F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377440"/>
            <a:ext cx="822960" cy="1188720"/>
          </a:xfrm>
          <a:prstGeom prst="rect">
            <a:avLst/>
          </a:prstGeom>
          <a:solidFill>
            <a:srgbClr val="D4AF37"/>
          </a:solidFill>
          <a:ln w="25400">
            <a:solidFill>
              <a:srgbClr val="F8F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3566160"/>
            <a:ext cx="822960" cy="1188720"/>
          </a:xfrm>
          <a:prstGeom prst="rect">
            <a:avLst/>
          </a:prstGeom>
          <a:solidFill>
            <a:srgbClr val="B7A98F"/>
          </a:solidFill>
          <a:ln w="25400">
            <a:solidFill>
              <a:srgbClr val="F8F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566160"/>
            <a:ext cx="822960" cy="1188720"/>
          </a:xfrm>
          <a:prstGeom prst="rect">
            <a:avLst/>
          </a:prstGeom>
          <a:solidFill>
            <a:srgbClr val="F4F1EB"/>
          </a:solidFill>
          <a:ln w="25400">
            <a:solidFill>
              <a:srgbClr val="F8F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3566160"/>
            <a:ext cx="822960" cy="1188720"/>
          </a:xfrm>
          <a:prstGeom prst="rect">
            <a:avLst/>
          </a:prstGeom>
          <a:solidFill>
            <a:srgbClr val="6B7280"/>
          </a:solidFill>
          <a:ln w="25400">
            <a:solidFill>
              <a:srgbClr val="F8F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502920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1F2937"/>
                </a:solidFill>
                <a:latin typeface="Georgia"/>
              </a:rPr>
              <a:t>Autumn Deep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Your palette · large flush color fields, editorial reveal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300">
                <a:solidFill>
                  <a:srgbClr val="8A6A1C"/>
                </a:solidFill>
                <a:latin typeface="Calibri"/>
              </a:rPr>
              <a:t>FEATURE DEEP-DIVE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51560"/>
            <a:ext cx="7315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1F2937"/>
                </a:solidFill>
                <a:latin typeface="Georgia"/>
              </a:rPr>
              <a:t>Context-aware outfit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Weather-aware.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Pulls current conditions so suggestions match temperature and rain.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Calendar-aware.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Reads the day's events to match formality (meeting vs. weekend).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Wardrobe-grounded.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Only suggests combinations from clothes the user actually owns.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Save &amp; reuse.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Loved outfits are saved; 'today' returns a ready pick each morning.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Virtual try-on.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Preview a generated outfit before committing to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300">
                <a:solidFill>
                  <a:srgbClr val="8A6A1C"/>
                </a:solidFill>
                <a:latin typeface="Calibri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51560"/>
            <a:ext cx="7315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1F2937"/>
                </a:solidFill>
                <a:latin typeface="Georgia"/>
              </a:rP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77440"/>
            <a:ext cx="32004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523744"/>
            <a:ext cx="279806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F2937"/>
                </a:solidFill>
                <a:latin typeface="Georgia"/>
              </a:rPr>
              <a:t>Client — React SPA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React 19 + React Router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Tailwind CSS · framer-motion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Landing, Wardrobe, Generator,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Travel, Shopping, Profile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Light / dark theme toggle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377440"/>
            <a:ext cx="32004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523744"/>
            <a:ext cx="279806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F2937"/>
                </a:solidFill>
                <a:latin typeface="Georgia"/>
              </a:rPr>
              <a:t>API — FastAPI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REST routers: closet, outfits,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color, travel, shopping, auth,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weather, calendar, suggestions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Bearer-token auth · Pydantic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Pillow color-analysis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377440"/>
            <a:ext cx="32004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2523744"/>
            <a:ext cx="279806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F2937"/>
                </a:solidFill>
                <a:latin typeface="Georgia"/>
              </a:rPr>
              <a:t>Data &amp; Storage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SQLAlchemy 2 ORM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SQLite (dev) / Postgres (prod)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Storage abstraction: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local FS  ↔  AWS S3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OpenAI API (virtual try-on)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9080" y="3246120"/>
            <a:ext cx="457200" cy="45720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680960" y="3246120"/>
            <a:ext cx="457200" cy="45720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377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Same-origin on Vercel: the React build is served statically and every /api/* request is rewritten to a Python serverless function that runs the FastAPI app — no CORS, one domain.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300">
                <a:solidFill>
                  <a:srgbClr val="8A6A1C"/>
                </a:solidFill>
                <a:latin typeface="Calibri"/>
              </a:rPr>
              <a:t>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51560"/>
            <a:ext cx="7315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1F2937"/>
                </a:solidFill>
                <a:latin typeface="Georgia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352044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724912"/>
            <a:ext cx="2971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8A6A1C"/>
                </a:solidFill>
                <a:latin typeface="Georgia"/>
              </a:rPr>
              <a:t>Frontend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React 19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React Router 7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Tailwind CSS 3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framer-motion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lucide-react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468880"/>
            <a:ext cx="352044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724912"/>
            <a:ext cx="2971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8A6A1C"/>
                </a:solidFill>
                <a:latin typeface="Georgia"/>
              </a:rPr>
              <a:t>Backend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FastAPI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SQLAlchemy 2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Pydantic 2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bcrypt (auth)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Pillow (imaging)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468880"/>
            <a:ext cx="352044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2724912"/>
            <a:ext cx="2971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8A6A1C"/>
                </a:solidFill>
                <a:latin typeface="Georgia"/>
              </a:rPr>
              <a:t>Data &amp; Cloud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SQLite / PostgreSQL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AWS S3 (boto3)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OpenAI API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Vercel (hosting)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500" b="1" i="0">
                <a:solidFill>
                  <a:srgbClr val="D4AF3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Serverless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300">
                <a:solidFill>
                  <a:srgbClr val="8A6A1C"/>
                </a:solidFill>
                <a:latin typeface="Calibri"/>
              </a:rPr>
              <a:t>DESIGN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51560"/>
            <a:ext cx="7315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1F2937"/>
                </a:solidFill>
                <a:latin typeface="Georgia"/>
              </a:rPr>
              <a:t>A luxury-fashion design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Aesthetic.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Quiet luxury — soft ivory canvas, a single gold accent, lots of white space.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Typography.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Playfair Display editorial serif for headlines; Poppins for UI and body.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Color tokens.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Semantic CSS variables (canvas, card, fg, gold) drive light AND dark themes.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Motion.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Minimal-intentional — gentle fades and image reveals, never bouncy.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120640"/>
            <a:ext cx="1600200" cy="822960"/>
          </a:xfrm>
          <a:prstGeom prst="rect">
            <a:avLst/>
          </a:prstGeom>
          <a:solidFill>
            <a:srgbClr val="F8F6F2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9893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Ivory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5120640"/>
            <a:ext cx="1600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59893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5120640"/>
            <a:ext cx="1600200" cy="822960"/>
          </a:xfrm>
          <a:prstGeom prst="rect">
            <a:avLst/>
          </a:prstGeom>
          <a:solidFill>
            <a:srgbClr val="F4F1EB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59893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Field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5120640"/>
            <a:ext cx="160020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59893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Charcoal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5120640"/>
            <a:ext cx="1600200" cy="822960"/>
          </a:xfrm>
          <a:prstGeom prst="rect">
            <a:avLst/>
          </a:prstGeom>
          <a:solidFill>
            <a:srgbClr val="D4AF37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59893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Gold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5480" y="5120640"/>
            <a:ext cx="1600200" cy="822960"/>
          </a:xfrm>
          <a:prstGeom prst="rect">
            <a:avLst/>
          </a:prstGeom>
          <a:solidFill>
            <a:srgbClr val="17120E"/>
          </a:solidFill>
          <a:ln w="12700">
            <a:solidFill>
              <a:srgbClr val="D8D2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59893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Espresso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300">
                <a:solidFill>
                  <a:srgbClr val="8A6A1C"/>
                </a:solidFill>
                <a:latin typeface="Calibri"/>
              </a:rPr>
              <a:t>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51560"/>
            <a:ext cx="7315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1F2937"/>
                </a:solidFill>
                <a:latin typeface="Georgia"/>
              </a:rPr>
              <a:t>Ready for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One project, one domain.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Static React build + Python serverless API deployed together.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Routing.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vercel.json rewrites /api/* to the FastAPI function; everything else to the SPA.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Config as code.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vercel.json, api/index.py and root requirements.txt live in the repo.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Production data.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Set DATABASE_URL (managed Postgres) and S3_BUCKET so data &amp; uploads persist.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Zero-CORS.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Frontend calls the API same-origin via REACT_APP_API_URL=/api.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8A6A1C"/>
                </a:solidFill>
                <a:latin typeface="Calibri"/>
              </a:rPr>
              <a:t>git push  →  Vercel builds the frontend, bundles the API, and ships a live URL.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300">
                <a:solidFill>
                  <a:srgbClr val="8A6A1C"/>
                </a:solidFill>
                <a:latin typeface="Calibri"/>
              </a:rPr>
              <a:t>REFLECTION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51560"/>
            <a:ext cx="7315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1F2937"/>
                </a:solidFill>
                <a:latin typeface="Georgia"/>
              </a:rPr>
              <a:t>Challenges &amp;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Deterministic color science.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Building a reliable selfie→season pipeline with Pillow alone, no ML black box.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Theming at scale.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Migrating a hardcoded green theme to semantic tokens for light/dark parity.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Serverless statelessness.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Designing storage/DB abstractions so the API runs on ephemeral functions.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Design discipline.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Holding a single gold accent and strict type scale across every screen.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300">
                <a:solidFill>
                  <a:srgbClr val="8A6A1C"/>
                </a:solidFill>
                <a:latin typeface="Calibri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51560"/>
            <a:ext cx="7315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1F2937"/>
                </a:solidFill>
                <a:latin typeface="Georgia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Vision model.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Swap the deterministic analyzer for a trained model behind the same interface.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Auto-tagging.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Detect category and color of uploaded garments automatically.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Social &amp; sharing.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Share looks, get feedback, and build community lookbooks.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Native mobile app.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A camera-first iOS/Android companion for on-the-go styling.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  <a:r>
              <a:rPr sz="18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Retailer integrations.</a:t>
            </a:r>
            <a:r>
              <a:rPr sz="1800" b="0" i="0">
                <a:solidFill>
                  <a:srgbClr val="6B7280"/>
                </a:solidFill>
                <a:latin typeface="Calibri"/>
              </a:rPr>
              <a:t>  Buy recommended pieces directly inside the shopping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400" b="0" i="0">
                <a:solidFill>
                  <a:srgbClr val="F6F3EC"/>
                </a:solidFill>
                <a:latin typeface="Calibri"/>
              </a:rPr>
              <a:t/>
            </a:r>
            <a:r>
              <a:rPr sz="6400" b="0" i="0">
                <a:solidFill>
                  <a:srgbClr val="F6F3EC"/>
                </a:solidFill>
                <a:latin typeface="Georgia"/>
              </a:rPr>
              <a:t>Thank you</a:t>
            </a:r>
            <a:r>
              <a:rPr sz="6400" b="0" i="0">
                <a:solidFill>
                  <a:srgbClr val="D4AF37"/>
                </a:solidFill>
                <a:latin typeface="Georgia"/>
              </a:rPr>
              <a:t>.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2000" b="0" i="1">
                <a:solidFill>
                  <a:srgbClr val="E3C766"/>
                </a:solidFill>
                <a:latin typeface="Calibri"/>
              </a:rPr>
              <a:t>Questions &amp; discussion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49377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B7A98F"/>
                </a:solidFill>
                <a:latin typeface="Calibri"/>
              </a:rPr>
              <a:t>FitCheck AI — Your Personal AI Fashion Stylist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CA3AF"/>
                </a:solidFill>
                <a:latin typeface="Calibri"/>
              </a:rPr>
              <a:t/>
            </a:r>
            <a:r>
              <a:rPr sz="1300" b="1" i="0">
                <a:solidFill>
                  <a:srgbClr val="F6F3EC"/>
                </a:solidFill>
                <a:latin typeface="Calibri"/>
              </a:rPr>
              <a:t>Aiperi Kudaibergenova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   ·   Instructor: Abdulkerim Oncu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